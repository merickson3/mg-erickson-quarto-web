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94"/>
  </p:normalViewPr>
  <p:slideViewPr>
    <p:cSldViewPr snapToGrid="0">
      <p:cViewPr varScale="1">
        <p:scale>
          <a:sx n="102" d="100"/>
          <a:sy n="102" d="100"/>
        </p:scale>
        <p:origin x="192" y="4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778AFB-FEBB-950A-08F6-B15E7C1F18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9F78A29-5278-1D76-2392-245941B3FD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CDA979-8101-0238-DD48-43E48D76D9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85C0AF-BB92-9A44-A547-300F2FA5402F}" type="datetimeFigureOut">
              <a:rPr lang="en-US" smtClean="0"/>
              <a:t>8/22/25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117171-C646-D220-65E0-B7B28DC6E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B99EEC-5EA7-510D-FBC9-F8EB8B653E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89CFB6-58A5-7848-9448-CC24E833C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6477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6BA0AB-5F99-1AF1-624C-92D261B849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28D3CA-5375-3910-4568-C61C418D4E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C04CC7-C074-BECC-1CE3-F3A24C31AD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85C0AF-BB92-9A44-A547-300F2FA5402F}" type="datetimeFigureOut">
              <a:rPr lang="en-US" smtClean="0"/>
              <a:t>8/22/25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FB610B-F00D-ACEE-E230-E312EF3625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9D59E2-38DF-BA70-5CB8-30F986009F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89CFB6-58A5-7848-9448-CC24E833C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6883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8DC4A4-AB5B-0B3B-7094-7D21DB9C6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2716A3-0BB7-688C-7DA0-D2ECC4A11C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335307-6430-30ED-1FDA-612EBE3E98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85C0AF-BB92-9A44-A547-300F2FA5402F}" type="datetimeFigureOut">
              <a:rPr lang="en-US" smtClean="0"/>
              <a:t>8/22/25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EDB05E-2EF6-D62B-D430-F037AC205E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019CF9-21DE-A70C-C376-926F5EEDC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89CFB6-58A5-7848-9448-CC24E833C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25713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6F8027-C4A7-5BD2-8C93-5679186D70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824646-6F8A-D56E-0FD5-2CFE2796FE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8CA572-FBDB-7BAF-B8CE-27ED8474CC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FEF586-D275-5729-9967-B1457E9CCE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85C0AF-BB92-9A44-A547-300F2FA5402F}" type="datetimeFigureOut">
              <a:rPr lang="en-US" smtClean="0"/>
              <a:t>8/22/25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60D294-9698-3ECA-CEFB-A663637119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7B3C1F-1235-E7C6-DF11-FE7C2D6252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89CFB6-58A5-7848-9448-CC24E833C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07346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73F6DA-2FDE-20F0-9441-E6C34E1FA8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1DBB0D-AE0A-F3B5-70C0-5C0183FE2B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870CF1-A66A-512D-2B4D-3B5CBAB586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B08AC6A-760F-4239-DB15-A6E7D1BA5E7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693329C-375A-FE35-0B11-F18F1A11633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CEED782-8349-B086-E385-630EB97A69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85C0AF-BB92-9A44-A547-300F2FA5402F}" type="datetimeFigureOut">
              <a:rPr lang="en-US" smtClean="0"/>
              <a:t>8/22/25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3CC0EBC-A712-A92B-7287-8EB0D8CAF4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E61499D-156E-3036-DB75-00CA3C7CC8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89CFB6-58A5-7848-9448-CC24E833C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82921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364EA4-E77D-AFBF-40B6-6C5E26F9B2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4AF7BD4-9BEA-5488-6650-2CBB0B1498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85C0AF-BB92-9A44-A547-300F2FA5402F}" type="datetimeFigureOut">
              <a:rPr lang="en-US" smtClean="0"/>
              <a:t>8/22/25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AF7C74D-FF6F-4BEC-C38A-235F0B79B0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4C6F94-3540-97A7-B44A-353772B5C6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89CFB6-58A5-7848-9448-CC24E833C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44621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6C4301A-53DD-3FA4-3D0C-25FE52A18E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85C0AF-BB92-9A44-A547-300F2FA5402F}" type="datetimeFigureOut">
              <a:rPr lang="en-US" smtClean="0"/>
              <a:t>8/22/25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041291F-2A12-B848-590C-D1FF6C0DD4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E286F0-1631-BB18-0097-28842A9DD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89CFB6-58A5-7848-9448-CC24E833C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83967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245ADF-FFA4-9FEB-CCB1-DFF73F154B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3B5897-52F9-20FE-264A-5F56FC2707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013BB5-69CA-72E6-7AF4-37B684B4F1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A0E169-A92F-7EB5-013A-808B2D520D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85C0AF-BB92-9A44-A547-300F2FA5402F}" type="datetimeFigureOut">
              <a:rPr lang="en-US" smtClean="0"/>
              <a:t>8/22/25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768F8F-FF8D-3FD2-4948-BD53242BC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A8FC7F-7B96-967B-BB60-5EA362374E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89CFB6-58A5-7848-9448-CC24E833C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84790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D1D06C-3602-CBD1-2089-84839D2A84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FB10EF8-A0F5-B52A-1E51-DDCEEC29067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41BB66-6F67-074D-5505-CDA168652B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0ACD3F-883D-112E-59C4-DDB0517685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85C0AF-BB92-9A44-A547-300F2FA5402F}" type="datetimeFigureOut">
              <a:rPr lang="en-US" smtClean="0"/>
              <a:t>8/22/25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E7FAE6-7CFA-E6CD-ECB8-A90E6C8BD8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CC5160-0F96-6898-C2E0-BCB504DD38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89CFB6-58A5-7848-9448-CC24E833C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65342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D8B7BC-A41B-AA12-4EA7-E59F19AE25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396360-BC89-4C83-AE08-8F78804357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4BD296-7E08-085F-23CF-A25F3CB9A6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85C0AF-BB92-9A44-A547-300F2FA5402F}" type="datetimeFigureOut">
              <a:rPr lang="en-US" smtClean="0"/>
              <a:t>8/22/25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5722BF-FA98-C8B0-27A8-0A39F0FBAF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EBAE16-4495-D570-430E-49CFDD5BC9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89CFB6-58A5-7848-9448-CC24E833C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24312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A75B630-126E-9548-DFC6-3C516BAC4BC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9F7D41D-304B-7B1A-EB9B-32F8FBBCFF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112ECB-B10A-C89A-EE41-DD515C361E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85C0AF-BB92-9A44-A547-300F2FA5402F}" type="datetimeFigureOut">
              <a:rPr lang="en-US" smtClean="0"/>
              <a:t>8/22/25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C26B3E-E35F-6626-E4D7-DB22F6F79A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352BD4-13FD-EF64-5290-FDF370FD13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89CFB6-58A5-7848-9448-CC24E833C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49447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5908D67-479B-1CD1-7E80-61DD0D1BB3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993101-3B98-29C6-4A85-F8C2B8DA11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E94826-5BC4-242B-707B-C4C2218C194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485C0AF-BB92-9A44-A547-300F2FA5402F}" type="datetimeFigureOut">
              <a:rPr lang="en-US" smtClean="0"/>
              <a:t>8/22/25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311EAE-F807-CD7B-30F0-A3AD6A8373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B50C28-9722-C2BE-E860-F0161CE483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E89CFB6-58A5-7848-9448-CC24E833C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61963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614C2A-727C-ABF9-DD47-97471DCBDE9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BD3168-8686-6B35-277A-507F54D49EC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4C26BDD-FD4B-240E-7269-2AC8AC0715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536443"/>
            <a:ext cx="7772400" cy="3785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7558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MaryGrace Erickson</dc:creator>
  <cp:lastModifiedBy>MaryGrace Erickson</cp:lastModifiedBy>
  <cp:revision>1</cp:revision>
  <dcterms:created xsi:type="dcterms:W3CDTF">2025-08-23T00:48:29Z</dcterms:created>
  <dcterms:modified xsi:type="dcterms:W3CDTF">2025-08-23T00:48:49Z</dcterms:modified>
</cp:coreProperties>
</file>