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E0"/>
    <a:srgbClr val="FF7E79"/>
    <a:srgbClr val="F6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2" d="100"/>
          <a:sy n="102" d="100"/>
        </p:scale>
        <p:origin x="192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60BF7-62D5-282E-94D9-F98961AF36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2E6224-F4D6-32B4-357E-1494D66E49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A1A04-F532-49FC-F746-EF4EB5BD0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B820A-91BC-4C43-8AD0-36E3C63DB25C}" type="datetimeFigureOut">
              <a:rPr lang="en-US" smtClean="0"/>
              <a:t>8/16/25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3A0E8-D598-48E4-0367-73CF9AAFC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7BE20-4A28-7C3E-1F6A-80B61391E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4A3F0-5847-6544-8DE6-371888F72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491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99ECB-AC25-904F-E1EE-8255C28B4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50E21-187A-78A5-F816-8E1903921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1BF64-ACA1-B54E-F8E8-F5AD18E34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B820A-91BC-4C43-8AD0-36E3C63DB25C}" type="datetimeFigureOut">
              <a:rPr lang="en-US" smtClean="0"/>
              <a:t>8/16/25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D6F59-5EEA-4688-641E-F5E68302F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C346E-C1DD-0F7E-B392-7EF3F5461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4A3F0-5847-6544-8DE6-371888F72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716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E71DE-92DD-EBBF-756A-45A942798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6115A1-0AD6-FA77-1239-53A95811C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CA928-F0D6-8B56-A20C-26EA71D7E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B820A-91BC-4C43-8AD0-36E3C63DB25C}" type="datetimeFigureOut">
              <a:rPr lang="en-US" smtClean="0"/>
              <a:t>8/16/25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B8A6D-66DD-0045-059C-88DE21D71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D62B9-7D0F-52F1-7C57-4C7F27435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4A3F0-5847-6544-8DE6-371888F72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022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9B464-4361-AFB2-CFBE-5A7A4048F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71D3D-18F9-AE8F-97CB-13A61A52BC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66FED4-D69B-33D5-69A8-B889E508F2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545712-21D8-37A4-1176-FBA81D491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B820A-91BC-4C43-8AD0-36E3C63DB25C}" type="datetimeFigureOut">
              <a:rPr lang="en-US" smtClean="0"/>
              <a:t>8/16/25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F40619-4C69-8729-D772-CB2D64EED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B2E337-0FBA-8832-09EE-EB888C71D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4A3F0-5847-6544-8DE6-371888F72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959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8813-9B34-36A5-FB86-0BF39753F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2463E-CC0B-3852-08A0-199703557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411C58-6C54-D968-17AA-EA7CFF7C7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C6C43C-69FD-47C4-996D-556299C1F1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4EA757-956C-D927-AE45-DA7A640B33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60D3D7-867B-1294-B7BA-390694E93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B820A-91BC-4C43-8AD0-36E3C63DB25C}" type="datetimeFigureOut">
              <a:rPr lang="en-US" smtClean="0"/>
              <a:t>8/16/25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3E5764-F5A0-7510-0033-856CFB89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ACEBAC-0AA0-CEC5-2EF2-3023C545F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4A3F0-5847-6544-8DE6-371888F72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345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F8563-656C-6330-A7E0-4FA2F6DD6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88E251-4995-B959-7274-98D49B6BF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B820A-91BC-4C43-8AD0-36E3C63DB25C}" type="datetimeFigureOut">
              <a:rPr lang="en-US" smtClean="0"/>
              <a:t>8/16/25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2370AE-1A0E-1020-C1CF-4D316AFEE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E7E10F-9198-1D45-CC43-73E195979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4A3F0-5847-6544-8DE6-371888F72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489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535438-6883-4B84-58C6-5774B5936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B820A-91BC-4C43-8AD0-36E3C63DB25C}" type="datetimeFigureOut">
              <a:rPr lang="en-US" smtClean="0"/>
              <a:t>8/16/25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23C5BB-37E7-F6BB-47AB-CC9BE9379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CB872B-6FE8-42F7-2206-499AFE33F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4A3F0-5847-6544-8DE6-371888F72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17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E6452-0900-11D6-C8A2-3D1CCB2B5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5533B-0133-01A1-6192-F6625E745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CC053E-D350-F15D-2150-4EFE3CF63E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913042-205B-C970-F0B1-5C3216463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B820A-91BC-4C43-8AD0-36E3C63DB25C}" type="datetimeFigureOut">
              <a:rPr lang="en-US" smtClean="0"/>
              <a:t>8/16/25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C3DCBE-9FF7-0863-47EE-A93C25087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9B010F-D6D1-74D2-A036-2B64E39DA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4A3F0-5847-6544-8DE6-371888F72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717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EFCB2-D41B-BBE9-B2E0-3732A8312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9896AC-FE70-6A3C-B9E7-88C04BE662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D0CE4B-DFF3-8DD0-FDF3-0B4F2205EA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3ABB3-564B-3F94-4D8F-7181AED0D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B820A-91BC-4C43-8AD0-36E3C63DB25C}" type="datetimeFigureOut">
              <a:rPr lang="en-US" smtClean="0"/>
              <a:t>8/16/25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7EB10B-E014-998A-BEEA-8D5EB48EF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D66D0-4EEB-319D-4A74-0FAE4E9AF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4A3F0-5847-6544-8DE6-371888F72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34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DE9F5-69CE-278F-569E-E697DF791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28EE0D-78AB-FC7A-E2EE-B1A23D3A8E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910A4-F8DB-D734-DB58-5B6318696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B820A-91BC-4C43-8AD0-36E3C63DB25C}" type="datetimeFigureOut">
              <a:rPr lang="en-US" smtClean="0"/>
              <a:t>8/16/25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F62A9-289F-F456-4C96-2659C484C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0535C-2927-B4A2-209F-D95E52DF1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4A3F0-5847-6544-8DE6-371888F72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875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39D3D0-475F-4635-35BA-A567D207B9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18B918-1307-9858-6978-711058FB3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F9296-1291-FA35-D5DF-37FC70405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B820A-91BC-4C43-8AD0-36E3C63DB25C}" type="datetimeFigureOut">
              <a:rPr lang="en-US" smtClean="0"/>
              <a:t>8/16/25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D6E0D-4A3A-B249-09C7-DEF15DFBB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6BF61-10E8-98FE-C63A-343DA0EF4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4A3F0-5847-6544-8DE6-371888F72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4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1D64A4-8BFC-46B6-D4CD-1F3176867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1DE3D-E764-604C-D5C2-33DDB02C2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DABB4B-4498-303F-DD7D-750D731BDD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FB820A-91BC-4C43-8AD0-36E3C63DB25C}" type="datetimeFigureOut">
              <a:rPr lang="en-US" smtClean="0"/>
              <a:t>8/16/25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D24A4-3BD6-0CE7-898B-1F9223361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42506-4927-1CB0-85C7-73BE862AD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F4A3F0-5847-6544-8DE6-371888F72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654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50770-5D06-B76E-7668-F1CC83E97D90}"/>
              </a:ext>
            </a:extLst>
          </p:cNvPr>
          <p:cNvSpPr/>
          <p:nvPr/>
        </p:nvSpPr>
        <p:spPr>
          <a:xfrm>
            <a:off x="1390389" y="1080370"/>
            <a:ext cx="4129413" cy="3592882"/>
          </a:xfrm>
          <a:prstGeom prst="rect">
            <a:avLst/>
          </a:prstGeom>
          <a:solidFill>
            <a:srgbClr val="00FF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0E090-259B-F444-8EC4-8EBFDF8B7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706" y="1267217"/>
            <a:ext cx="5003800" cy="4775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94533E-E8FB-5FBE-5648-FAE8AA3E69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2633" b="69149" l="4695" r="75000">
                        <a14:foregroundMark x1="5076" y1="20346" x2="14340" y2="22739"/>
                        <a14:foregroundMark x1="71193" y1="21676" x2="66497" y2="24867"/>
                        <a14:foregroundMark x1="73985" y1="21410" x2="75000" y2="19814"/>
                        <a14:foregroundMark x1="42386" y1="68883" x2="42640" y2="69149"/>
                        <a14:backgroundMark x1="14340" y1="45612" x2="14340" y2="45612"/>
                      </a14:backgroundRemoval>
                    </a14:imgEffect>
                  </a14:imgLayer>
                </a14:imgProps>
              </a:ext>
            </a:extLst>
          </a:blip>
          <a:srcRect l="1862" t="5953" r="22288" b="26632"/>
          <a:stretch>
            <a:fillRect/>
          </a:stretch>
        </p:blipFill>
        <p:spPr>
          <a:xfrm>
            <a:off x="1390389" y="1173793"/>
            <a:ext cx="4015677" cy="34060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68A78A-59CB-C1D0-2E17-2425A0AA4C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080370"/>
            <a:ext cx="4152900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84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MaryGrace Erickson</dc:creator>
  <cp:lastModifiedBy>MaryGrace Erickson</cp:lastModifiedBy>
  <cp:revision>2</cp:revision>
  <dcterms:created xsi:type="dcterms:W3CDTF">2025-08-16T16:52:48Z</dcterms:created>
  <dcterms:modified xsi:type="dcterms:W3CDTF">2025-08-16T17:08:31Z</dcterms:modified>
</cp:coreProperties>
</file>